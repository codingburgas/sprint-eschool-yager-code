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8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bg-BG" smtClean="0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548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523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38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24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25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63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84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Редактиране на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80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06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42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Редактиране на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B3838D2-7D02-4C5D-B4CA-7FD41F119D5E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48D4FFF-E492-4009-B07B-16448F790A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59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69" y="945892"/>
            <a:ext cx="5533054" cy="455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6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-61546" y="-65284"/>
            <a:ext cx="12253546" cy="1325562"/>
          </a:xfrm>
        </p:spPr>
        <p:txBody>
          <a:bodyPr/>
          <a:lstStyle/>
          <a:p>
            <a:pPr algn="ctr"/>
            <a:r>
              <a:rPr lang="en-US" dirty="0" smtClean="0"/>
              <a:t>Our team</a:t>
            </a:r>
            <a:endParaRPr lang="en-GB" dirty="0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5" y="1466821"/>
            <a:ext cx="1122893" cy="1085317"/>
          </a:xfrm>
        </p:spPr>
      </p:pic>
      <p:sp>
        <p:nvSpPr>
          <p:cNvPr id="5" name="Текстово поле 4"/>
          <p:cNvSpPr txBox="1"/>
          <p:nvPr/>
        </p:nvSpPr>
        <p:spPr>
          <a:xfrm>
            <a:off x="1978268" y="1824813"/>
            <a:ext cx="5468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Pavel </a:t>
            </a:r>
            <a:r>
              <a:rPr lang="en-US" noProof="1" smtClean="0"/>
              <a:t>Plamenov</a:t>
            </a:r>
            <a:r>
              <a:rPr lang="en-US" dirty="0" smtClean="0"/>
              <a:t> </a:t>
            </a:r>
            <a:r>
              <a:rPr lang="en-US" dirty="0" err="1" smtClean="0"/>
              <a:t>Parvanov</a:t>
            </a:r>
            <a:r>
              <a:rPr lang="en-US" dirty="0" smtClean="0"/>
              <a:t> </a:t>
            </a:r>
          </a:p>
          <a:p>
            <a:r>
              <a:rPr lang="en-US" dirty="0" smtClean="0"/>
              <a:t> </a:t>
            </a:r>
            <a:r>
              <a:rPr lang="en-GB" sz="1200" dirty="0"/>
              <a:t>Scrum Trainer</a:t>
            </a: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277" y="2552138"/>
            <a:ext cx="1210170" cy="1210170"/>
          </a:xfrm>
          <a:prstGeom prst="rect">
            <a:avLst/>
          </a:prstGeom>
        </p:spPr>
      </p:pic>
      <p:sp>
        <p:nvSpPr>
          <p:cNvPr id="7" name="Текстово поле 6"/>
          <p:cNvSpPr txBox="1"/>
          <p:nvPr/>
        </p:nvSpPr>
        <p:spPr>
          <a:xfrm>
            <a:off x="5952390" y="3015793"/>
            <a:ext cx="52490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Yavor</a:t>
            </a:r>
            <a:r>
              <a:rPr lang="en-US" dirty="0" smtClean="0"/>
              <a:t> </a:t>
            </a:r>
            <a:r>
              <a:rPr lang="en-US" dirty="0" err="1" smtClean="0"/>
              <a:t>Velizarov</a:t>
            </a:r>
            <a:r>
              <a:rPr lang="en-US" dirty="0" smtClean="0"/>
              <a:t> </a:t>
            </a:r>
            <a:r>
              <a:rPr lang="en-US" dirty="0" err="1" smtClean="0"/>
              <a:t>Velizarov</a:t>
            </a:r>
            <a:r>
              <a:rPr lang="en-US" dirty="0" smtClean="0"/>
              <a:t> </a:t>
            </a:r>
          </a:p>
          <a:p>
            <a:r>
              <a:rPr lang="en-GB" sz="1200" dirty="0" smtClean="0"/>
              <a:t>Back-end </a:t>
            </a:r>
            <a:r>
              <a:rPr lang="en-GB" sz="1200" dirty="0"/>
              <a:t>Developer</a:t>
            </a: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75" y="3762308"/>
            <a:ext cx="1122893" cy="1122893"/>
          </a:xfrm>
          <a:prstGeom prst="rect">
            <a:avLst/>
          </a:prstGeom>
        </p:spPr>
      </p:pic>
      <p:sp>
        <p:nvSpPr>
          <p:cNvPr id="9" name="Текстово поле 8"/>
          <p:cNvSpPr txBox="1"/>
          <p:nvPr/>
        </p:nvSpPr>
        <p:spPr>
          <a:xfrm>
            <a:off x="1978268" y="4162174"/>
            <a:ext cx="47126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Bozhidar</a:t>
            </a:r>
            <a:r>
              <a:rPr lang="en-US" dirty="0" smtClean="0"/>
              <a:t> </a:t>
            </a:r>
            <a:r>
              <a:rPr lang="en-US" dirty="0" err="1" smtClean="0"/>
              <a:t>Hristov</a:t>
            </a:r>
            <a:r>
              <a:rPr lang="en-US" dirty="0" smtClean="0"/>
              <a:t> </a:t>
            </a:r>
            <a:r>
              <a:rPr lang="en-US" dirty="0" err="1" smtClean="0"/>
              <a:t>Stoyanov</a:t>
            </a:r>
            <a:r>
              <a:rPr lang="en-US" dirty="0" smtClean="0"/>
              <a:t> </a:t>
            </a:r>
          </a:p>
          <a:p>
            <a:r>
              <a:rPr lang="en-GB" sz="1200" dirty="0"/>
              <a:t>Back-end Developer</a:t>
            </a:r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52" y="4885201"/>
            <a:ext cx="1177095" cy="1177095"/>
          </a:xfrm>
          <a:prstGeom prst="rect">
            <a:avLst/>
          </a:prstGeom>
        </p:spPr>
      </p:pic>
      <p:sp>
        <p:nvSpPr>
          <p:cNvPr id="11" name="Текстово поле 10"/>
          <p:cNvSpPr txBox="1"/>
          <p:nvPr/>
        </p:nvSpPr>
        <p:spPr>
          <a:xfrm>
            <a:off x="5785337" y="5323307"/>
            <a:ext cx="4826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Desislav</a:t>
            </a:r>
            <a:r>
              <a:rPr lang="en-US" dirty="0" smtClean="0"/>
              <a:t> </a:t>
            </a:r>
            <a:r>
              <a:rPr lang="en-US" dirty="0" err="1" smtClean="0"/>
              <a:t>Dimitrov</a:t>
            </a:r>
            <a:r>
              <a:rPr lang="en-US" dirty="0" smtClean="0"/>
              <a:t> </a:t>
            </a:r>
            <a:r>
              <a:rPr lang="en-US" dirty="0" err="1" smtClean="0"/>
              <a:t>Aleksandrov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GB" sz="1200" dirty="0"/>
              <a:t>Designer</a:t>
            </a:r>
          </a:p>
        </p:txBody>
      </p:sp>
    </p:spTree>
    <p:extLst>
      <p:ext uri="{BB962C8B-B14F-4D97-AF65-F5344CB8AC3E}">
        <p14:creationId xmlns:p14="http://schemas.microsoft.com/office/powerpoint/2010/main" val="72917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49679" y="-126609"/>
            <a:ext cx="9692640" cy="1325562"/>
          </a:xfrm>
        </p:spPr>
        <p:txBody>
          <a:bodyPr/>
          <a:lstStyle/>
          <a:p>
            <a:pPr algn="ctr"/>
            <a:r>
              <a:rPr lang="en-US" dirty="0" smtClean="0"/>
              <a:t>About our program</a:t>
            </a:r>
            <a:endParaRPr lang="en-GB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28600" y="1198953"/>
            <a:ext cx="11963400" cy="565904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/>
              <a:t>Test Administration: </a:t>
            </a:r>
          </a:p>
          <a:p>
            <a:pPr lvl="1"/>
            <a:r>
              <a:rPr lang="en-GB" dirty="0"/>
              <a:t>Users can take tests on different subjects, such as History, Geography, Biology, Math, and Informatics.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Performance Metrics: </a:t>
            </a:r>
          </a:p>
          <a:p>
            <a:pPr lvl="2"/>
            <a:r>
              <a:rPr lang="en-GB" dirty="0" smtClean="0"/>
              <a:t>Average Result</a:t>
            </a:r>
          </a:p>
          <a:p>
            <a:pPr lvl="2"/>
            <a:r>
              <a:rPr lang="en-GB" dirty="0" smtClean="0"/>
              <a:t>Best Result</a:t>
            </a:r>
          </a:p>
          <a:p>
            <a:pPr lvl="2"/>
            <a:r>
              <a:rPr lang="en-GB" dirty="0" smtClean="0"/>
              <a:t>Worst Result</a:t>
            </a:r>
            <a:endParaRPr lang="en-GB" dirty="0"/>
          </a:p>
          <a:p>
            <a:pPr lvl="2"/>
            <a:r>
              <a:rPr lang="en-GB" dirty="0"/>
              <a:t>Average </a:t>
            </a:r>
            <a:r>
              <a:rPr lang="en-GB" dirty="0" smtClean="0"/>
              <a:t>Time</a:t>
            </a:r>
            <a:endParaRPr lang="en-GB" dirty="0"/>
          </a:p>
          <a:p>
            <a:pPr lvl="2"/>
            <a:r>
              <a:rPr lang="en-GB" dirty="0"/>
              <a:t>Best </a:t>
            </a:r>
            <a:r>
              <a:rPr lang="en-GB" dirty="0" smtClean="0"/>
              <a:t>Time</a:t>
            </a:r>
            <a:endParaRPr lang="en-GB" dirty="0"/>
          </a:p>
          <a:p>
            <a:pPr lvl="2"/>
            <a:r>
              <a:rPr lang="en-GB" dirty="0"/>
              <a:t>Worst </a:t>
            </a:r>
            <a:r>
              <a:rPr lang="en-GB" dirty="0" smtClean="0"/>
              <a:t>Time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Category Breakdown: </a:t>
            </a:r>
          </a:p>
          <a:p>
            <a:pPr lvl="2"/>
            <a:r>
              <a:rPr lang="en-GB" dirty="0" smtClean="0"/>
              <a:t>Average Score</a:t>
            </a:r>
            <a:endParaRPr lang="en-GB" dirty="0"/>
          </a:p>
          <a:p>
            <a:pPr lvl="2"/>
            <a:r>
              <a:rPr lang="en-GB" dirty="0"/>
              <a:t>Best </a:t>
            </a:r>
            <a:r>
              <a:rPr lang="en-GB" dirty="0" smtClean="0"/>
              <a:t>Score</a:t>
            </a:r>
            <a:endParaRPr lang="en-GB" dirty="0"/>
          </a:p>
          <a:p>
            <a:pPr lvl="2"/>
            <a:r>
              <a:rPr lang="en-GB" dirty="0"/>
              <a:t>Worst </a:t>
            </a:r>
            <a:r>
              <a:rPr lang="en-GB" dirty="0" smtClean="0"/>
              <a:t>Score</a:t>
            </a:r>
            <a:endParaRPr lang="en-GB" dirty="0"/>
          </a:p>
          <a:p>
            <a:pPr lvl="2"/>
            <a:r>
              <a:rPr lang="en-GB" dirty="0"/>
              <a:t>Best/Worst </a:t>
            </a:r>
            <a:r>
              <a:rPr lang="en-GB" dirty="0" smtClean="0"/>
              <a:t>Users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87088" y="0"/>
            <a:ext cx="9692640" cy="1325562"/>
          </a:xfrm>
        </p:spPr>
        <p:txBody>
          <a:bodyPr/>
          <a:lstStyle/>
          <a:p>
            <a:pPr algn="ctr"/>
            <a:r>
              <a:rPr lang="en-US" dirty="0" smtClean="0"/>
              <a:t>Stages</a:t>
            </a:r>
            <a:endParaRPr lang="en-GB" dirty="0"/>
          </a:p>
        </p:txBody>
      </p:sp>
      <p:sp>
        <p:nvSpPr>
          <p:cNvPr id="4" name="Блоксхема: знак за край 3"/>
          <p:cNvSpPr/>
          <p:nvPr/>
        </p:nvSpPr>
        <p:spPr>
          <a:xfrm>
            <a:off x="1984439" y="2363655"/>
            <a:ext cx="1723293" cy="65063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2237219" y="2513287"/>
            <a:ext cx="1099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Stage 1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7" name="Право съединение 6"/>
          <p:cNvCxnSpPr/>
          <p:nvPr/>
        </p:nvCxnSpPr>
        <p:spPr>
          <a:xfrm flipV="1">
            <a:off x="3685492" y="2688971"/>
            <a:ext cx="82630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Блоксхема: знак за край 7"/>
          <p:cNvSpPr/>
          <p:nvPr/>
        </p:nvSpPr>
        <p:spPr>
          <a:xfrm>
            <a:off x="4511794" y="2346447"/>
            <a:ext cx="1723293" cy="65063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Право съединение 10"/>
          <p:cNvCxnSpPr/>
          <p:nvPr/>
        </p:nvCxnSpPr>
        <p:spPr>
          <a:xfrm flipV="1">
            <a:off x="6275697" y="2671762"/>
            <a:ext cx="82630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Блоксхема: знак за край 11"/>
          <p:cNvSpPr/>
          <p:nvPr/>
        </p:nvSpPr>
        <p:spPr>
          <a:xfrm>
            <a:off x="7101999" y="2346446"/>
            <a:ext cx="1723293" cy="65063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Текстово поле 12"/>
          <p:cNvSpPr txBox="1"/>
          <p:nvPr/>
        </p:nvSpPr>
        <p:spPr>
          <a:xfrm>
            <a:off x="4732281" y="2504304"/>
            <a:ext cx="109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Stage 2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" name="Текстово поле 13"/>
          <p:cNvSpPr txBox="1"/>
          <p:nvPr/>
        </p:nvSpPr>
        <p:spPr>
          <a:xfrm>
            <a:off x="7498698" y="2487097"/>
            <a:ext cx="101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Stage 3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Правоъгълник 18"/>
          <p:cNvSpPr/>
          <p:nvPr/>
        </p:nvSpPr>
        <p:spPr>
          <a:xfrm>
            <a:off x="5971607" y="3244334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 </a:t>
            </a:r>
          </a:p>
        </p:txBody>
      </p:sp>
      <p:sp>
        <p:nvSpPr>
          <p:cNvPr id="20" name="Текстово поле 19"/>
          <p:cNvSpPr txBox="1"/>
          <p:nvPr/>
        </p:nvSpPr>
        <p:spPr>
          <a:xfrm>
            <a:off x="2241442" y="3234202"/>
            <a:ext cx="146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week</a:t>
            </a:r>
            <a:endParaRPr lang="en-GB" dirty="0"/>
          </a:p>
        </p:txBody>
      </p:sp>
      <p:sp>
        <p:nvSpPr>
          <p:cNvPr id="21" name="Текстово поле 20"/>
          <p:cNvSpPr txBox="1"/>
          <p:nvPr/>
        </p:nvSpPr>
        <p:spPr>
          <a:xfrm>
            <a:off x="4886638" y="3225437"/>
            <a:ext cx="124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r>
              <a:rPr lang="en-US" baseline="30000" dirty="0"/>
              <a:t>st</a:t>
            </a:r>
            <a:r>
              <a:rPr lang="en-US" dirty="0" smtClean="0"/>
              <a:t> week</a:t>
            </a:r>
            <a:endParaRPr lang="en-GB" dirty="0"/>
          </a:p>
        </p:txBody>
      </p:sp>
      <p:sp>
        <p:nvSpPr>
          <p:cNvPr id="22" name="Текстово поле 21"/>
          <p:cNvSpPr txBox="1"/>
          <p:nvPr/>
        </p:nvSpPr>
        <p:spPr>
          <a:xfrm>
            <a:off x="7305362" y="3225437"/>
            <a:ext cx="147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r>
              <a:rPr lang="en-US" baseline="30000" dirty="0" smtClean="0"/>
              <a:t>st</a:t>
            </a:r>
            <a:r>
              <a:rPr lang="en-US" dirty="0" smtClean="0"/>
              <a:t> week</a:t>
            </a:r>
            <a:endParaRPr lang="en-GB" dirty="0"/>
          </a:p>
        </p:txBody>
      </p:sp>
      <p:sp>
        <p:nvSpPr>
          <p:cNvPr id="25" name="Текстово поле 24"/>
          <p:cNvSpPr txBox="1"/>
          <p:nvPr/>
        </p:nvSpPr>
        <p:spPr>
          <a:xfrm>
            <a:off x="1984439" y="3823450"/>
            <a:ext cx="17010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were thinking about our logo and what site should we make.</a:t>
            </a:r>
            <a:endParaRPr lang="en-GB" dirty="0"/>
          </a:p>
        </p:txBody>
      </p:sp>
      <p:sp>
        <p:nvSpPr>
          <p:cNvPr id="26" name="Текстово поле 25"/>
          <p:cNvSpPr txBox="1"/>
          <p:nvPr/>
        </p:nvSpPr>
        <p:spPr>
          <a:xfrm>
            <a:off x="4566181" y="3823450"/>
            <a:ext cx="16145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were organize meetings and we started working on the project.</a:t>
            </a:r>
            <a:endParaRPr lang="en-GB" dirty="0"/>
          </a:p>
        </p:txBody>
      </p:sp>
      <p:sp>
        <p:nvSpPr>
          <p:cNvPr id="27" name="Текстово поле 26"/>
          <p:cNvSpPr txBox="1"/>
          <p:nvPr/>
        </p:nvSpPr>
        <p:spPr>
          <a:xfrm>
            <a:off x="7305362" y="3947746"/>
            <a:ext cx="18474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finished the project and made a presentation and documentation.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487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Used Technologies</a:t>
            </a:r>
            <a:endParaRPr lang="en-GB" dirty="0"/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584" y="2257486"/>
            <a:ext cx="1293361" cy="1204546"/>
          </a:xfrm>
          <a:prstGeom prst="rect">
            <a:avLst/>
          </a:prstGeom>
        </p:spPr>
      </p:pic>
      <p:sp>
        <p:nvSpPr>
          <p:cNvPr id="9" name="AutoShape 10" descr="Icon&#10;&#10;Description automatically generated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Картина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467" y="1988111"/>
            <a:ext cx="2417884" cy="1354015"/>
          </a:xfrm>
          <a:prstGeom prst="rect">
            <a:avLst/>
          </a:prstGeom>
        </p:spPr>
      </p:pic>
      <p:pic>
        <p:nvPicPr>
          <p:cNvPr id="1040" name="Picture 16" descr="Microsoft PowerPoint | Microsoft Wiki | Fand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859" y="4360985"/>
            <a:ext cx="1694717" cy="169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Картина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601" y="4992931"/>
            <a:ext cx="2619375" cy="1743075"/>
          </a:xfrm>
          <a:prstGeom prst="rect">
            <a:avLst/>
          </a:prstGeom>
        </p:spPr>
      </p:pic>
      <p:pic>
        <p:nvPicPr>
          <p:cNvPr id="18" name="Картина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976" y="4992931"/>
            <a:ext cx="2609850" cy="1461516"/>
          </a:xfrm>
          <a:prstGeom prst="rect">
            <a:avLst/>
          </a:prstGeom>
        </p:spPr>
      </p:pic>
      <p:pic>
        <p:nvPicPr>
          <p:cNvPr id="1046" name="Picture 22" descr="C++ Programming Language | Google Clou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314" y="2373922"/>
            <a:ext cx="4327053" cy="244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03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11241" y="1204546"/>
            <a:ext cx="10026748" cy="1577022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Thank You!</a:t>
            </a:r>
            <a:endParaRPr lang="en-GB" sz="6000" b="1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743126" y="2781568"/>
            <a:ext cx="8595360" cy="435133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Let’s get to the app…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5560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137</Words>
  <Application>Microsoft Office PowerPoint</Application>
  <PresentationFormat>Широк екран</PresentationFormat>
  <Paragraphs>38</Paragraphs>
  <Slides>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View</vt:lpstr>
      <vt:lpstr>Презентация на PowerPoint</vt:lpstr>
      <vt:lpstr>Our team</vt:lpstr>
      <vt:lpstr>About our program</vt:lpstr>
      <vt:lpstr>Stages</vt:lpstr>
      <vt:lpstr>Used Technologies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“Yager Code”</dc:title>
  <dc:creator>User</dc:creator>
  <cp:lastModifiedBy>User</cp:lastModifiedBy>
  <cp:revision>23</cp:revision>
  <dcterms:created xsi:type="dcterms:W3CDTF">2025-03-12T17:27:28Z</dcterms:created>
  <dcterms:modified xsi:type="dcterms:W3CDTF">2025-03-25T19:12:47Z</dcterms:modified>
</cp:coreProperties>
</file>